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3" r:id="rId5"/>
    <p:sldId id="290" r:id="rId6"/>
    <p:sldId id="289" r:id="rId7"/>
    <p:sldId id="288" r:id="rId8"/>
    <p:sldId id="314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6" r:id="rId32"/>
    <p:sldId id="315" r:id="rId33"/>
    <p:sldId id="269" r:id="rId34"/>
    <p:sldId id="265" r:id="rId35"/>
    <p:sldId id="266" r:id="rId36"/>
    <p:sldId id="260" r:id="rId37"/>
    <p:sldId id="277" r:id="rId38"/>
    <p:sldId id="280" r:id="rId39"/>
    <p:sldId id="279" r:id="rId40"/>
    <p:sldId id="278" r:id="rId41"/>
    <p:sldId id="273" r:id="rId42"/>
    <p:sldId id="275" r:id="rId43"/>
    <p:sldId id="276" r:id="rId44"/>
    <p:sldId id="274" r:id="rId45"/>
    <p:sldId id="264" r:id="rId46"/>
    <p:sldId id="263" r:id="rId47"/>
    <p:sldId id="284" r:id="rId48"/>
    <p:sldId id="285" r:id="rId49"/>
    <p:sldId id="283" r:id="rId50"/>
    <p:sldId id="272" r:id="rId51"/>
    <p:sldId id="281" r:id="rId52"/>
    <p:sldId id="282" r:id="rId53"/>
    <p:sldId id="287" r:id="rId54"/>
    <p:sldId id="286" r:id="rId55"/>
    <p:sldId id="271" r:id="rId56"/>
    <p:sldId id="261" r:id="rId57"/>
    <p:sldId id="26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4F10E-A207-435A-AA5F-44C0D1D40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4442-13C1-4C84-B472-2CB0D1F8B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51558-C5DD-4DF2-8EF0-CA96C46A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305B7-D028-453B-AFF1-7C7AC768B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7D26E-DB46-4C18-913D-B71B2D96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88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A26C-F988-4789-9AED-BFE54080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6BE6C-5649-4F3A-896A-A6F70C46D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0C62-1058-4C0A-935F-624363E5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97949-810B-406F-B472-F5E57ABC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E942D-632E-4F04-A729-073CC769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08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66C1-4279-435A-812D-A034E35D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06E59-B077-45AF-9BF0-070CF918E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C0719-9337-4BC0-AD4B-FAA0B23D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D7383-1397-4BE4-BB9D-5662A584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F5744-22A6-4AEE-9B40-6343EE3D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516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E1F4-2C9C-4ADE-8422-5510FD9B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CB268-CE98-40E8-B374-A2DA125B2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3CF4F-7F91-441C-81CC-ED917946E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EF596-8F70-471A-BB71-84B8FA11A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75CB4-DF75-47E5-B7EF-849889E9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B1EBA-5D8C-4534-9817-CB3BCA72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9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004D-88D2-4BFE-81E6-AE9B5328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3AEEF-937C-494C-83DB-D874DF3FA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F65FE-DA99-48A2-A8C6-8DC4F17E1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026FDB-AF4B-4C78-BD6C-3B3DC8A19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1483D-AE50-4155-959B-C70FDF8DF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452C0-46E6-4B87-9D4B-45661AFC7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B455C2-984B-4D89-9C5C-73299A23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E2B1C7-38A7-4E97-B7AF-771E911C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30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949B-F63B-4BFE-AC32-4C5E35D1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B5085-AAF2-489D-9079-FC365F20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1E0E8-04C4-495F-A727-0652378C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35C31-681A-4A9F-A845-1E178ACC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0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96C38-1BAA-429B-A50D-B18B8882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56E99-1A06-471C-B4EF-77625222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8A103-E55B-461A-AEEA-B1572AEF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80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1FA5-297A-4F4E-89D8-104DCEC4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BA8E5-378D-4F1E-AF35-A0B8FC3E1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F4FD0-A222-4F49-978E-B71047010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DACAC-3E9A-4FE5-BDE7-9BB9A940E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11A18-7A0C-43EE-B3E9-692261A3A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27F56-6DFB-484E-A830-8C6C16DF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55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3241-AC5E-46F8-9235-F2897EF23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D7341-E88F-4E1F-83A2-08994BD73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A1386-0D44-42CD-A709-199153251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7F095-6CFF-44CC-99BB-9F33488E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D48D5-28AE-4457-BB62-FD696BA5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7799F-7CD1-4AA5-AA79-FC35F7C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19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081F-61A8-472E-8B8A-7CEB6C1B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A3022-FCB0-4F97-8984-7C76C2DAA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E889F-2DFD-4440-9E89-E5C356E7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B61AD-C4D2-491F-937C-00CF9819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95E6D-5D35-48E3-BEE4-7AA4EA85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79931-6FBD-44C3-BBAA-707431FCC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ED6FE-6B8F-46EC-9348-BA410BEBF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2ACA4-03AB-438B-8AE3-0F434C65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3D7C9-80B3-406E-A0E0-F9E95D84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1D4D1-3B31-429A-A252-F02E7A9C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60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59F6C9-888A-4978-A812-C2FB65A4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DDA36-48BD-4701-BD91-99F2D5AD9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DDAC-5E9F-461F-B3E6-CC698F35E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6412B-7F00-4CE0-9BAE-6F9E08C16EE4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80165-DFA9-4CBC-AA43-768050C64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9F87E-D1FC-474B-8178-2CED23448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1E93A-C090-449F-B38E-66B299E76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25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3E2387-0E04-4765-B89A-A3C7BC9F3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4D75D7-80A4-4ADF-9611-4C0BB4C0E8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3072"/>
          <a:stretch/>
        </p:blipFill>
        <p:spPr>
          <a:xfrm>
            <a:off x="1806222" y="3138312"/>
            <a:ext cx="4391378" cy="30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82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F6716A-8F73-44F4-B6C7-3FA8FBBFF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A5DA18-D74C-4DF5-A70E-9F29025CEF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3072"/>
          <a:stretch/>
        </p:blipFill>
        <p:spPr>
          <a:xfrm>
            <a:off x="1806222" y="3138312"/>
            <a:ext cx="4391378" cy="30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D0A2E-909D-46F2-B4CD-16DD17669B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3072"/>
          <a:stretch/>
        </p:blipFill>
        <p:spPr>
          <a:xfrm>
            <a:off x="1806222" y="3138312"/>
            <a:ext cx="4391378" cy="30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3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E91F4B-7331-4732-B370-8D91216E6E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3072"/>
          <a:stretch/>
        </p:blipFill>
        <p:spPr>
          <a:xfrm>
            <a:off x="1806222" y="3138312"/>
            <a:ext cx="4391378" cy="30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9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A8C268-502E-4E20-BA3F-CD596108AF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1" r="17407"/>
          <a:stretch/>
        </p:blipFill>
        <p:spPr>
          <a:xfrm>
            <a:off x="1727202" y="2958678"/>
            <a:ext cx="4967110" cy="31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7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FE6127-D5CB-4B2F-AD11-C1CE5352F0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1" r="17407"/>
          <a:stretch/>
        </p:blipFill>
        <p:spPr>
          <a:xfrm>
            <a:off x="1727202" y="2958678"/>
            <a:ext cx="4967110" cy="31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1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D414E1-D027-4AC2-9F5D-0DE382C445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1" r="17407"/>
          <a:stretch/>
        </p:blipFill>
        <p:spPr>
          <a:xfrm>
            <a:off x="1727202" y="2958678"/>
            <a:ext cx="4967110" cy="31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6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9643CF-B920-4737-A479-37D05A8113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1" r="17407"/>
          <a:stretch/>
        </p:blipFill>
        <p:spPr>
          <a:xfrm>
            <a:off x="1727202" y="2958678"/>
            <a:ext cx="4967110" cy="31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30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C359F1-CC7A-42C3-ABD7-5F624CC3AC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8" r="15833" b="910"/>
          <a:stretch/>
        </p:blipFill>
        <p:spPr>
          <a:xfrm>
            <a:off x="1546578" y="3184456"/>
            <a:ext cx="4873935" cy="302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50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5530FD-3823-499A-83B2-110471921F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8" r="15833" b="910"/>
          <a:stretch/>
        </p:blipFill>
        <p:spPr>
          <a:xfrm>
            <a:off x="1546578" y="3184456"/>
            <a:ext cx="4873935" cy="302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20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1D339D-9643-4236-9AF3-6E1ED0F484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8" r="15833" b="910"/>
          <a:stretch/>
        </p:blipFill>
        <p:spPr>
          <a:xfrm>
            <a:off x="1546578" y="3184456"/>
            <a:ext cx="4873935" cy="302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72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0CECE5-7905-4404-9FDA-CF9713F938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8" r="15833" b="910"/>
          <a:stretch/>
        </p:blipFill>
        <p:spPr>
          <a:xfrm>
            <a:off x="1546578" y="3184456"/>
            <a:ext cx="4873935" cy="302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A326C6-91E0-413D-A1EF-1439C1C2FA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r="15000"/>
          <a:stretch/>
        </p:blipFill>
        <p:spPr>
          <a:xfrm>
            <a:off x="1546577" y="3116721"/>
            <a:ext cx="4899378" cy="307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29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CF6ACA-F918-4E80-8A3E-39CE5D79F8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r="15000"/>
          <a:stretch/>
        </p:blipFill>
        <p:spPr>
          <a:xfrm>
            <a:off x="1546577" y="3116721"/>
            <a:ext cx="4899378" cy="307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92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3B806A-D7A7-48F3-BCD7-33681E94A1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r="15000"/>
          <a:stretch/>
        </p:blipFill>
        <p:spPr>
          <a:xfrm>
            <a:off x="1546577" y="3116721"/>
            <a:ext cx="4899378" cy="307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12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0034AB-0320-4356-92DC-39D55AC157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r="15000"/>
          <a:stretch/>
        </p:blipFill>
        <p:spPr>
          <a:xfrm>
            <a:off x="1546577" y="3116721"/>
            <a:ext cx="4899378" cy="307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56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E7DB43-53BB-4A69-ACAA-DABE1D0CB0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7" r="10092"/>
          <a:stretch/>
        </p:blipFill>
        <p:spPr>
          <a:xfrm>
            <a:off x="1625600" y="3297343"/>
            <a:ext cx="5204177" cy="292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39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514639-5D7D-4D5E-BF1F-58A438479D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7" r="10092"/>
          <a:stretch/>
        </p:blipFill>
        <p:spPr>
          <a:xfrm>
            <a:off x="1625600" y="3297343"/>
            <a:ext cx="5204177" cy="292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9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15157A-C4CB-4FA6-B785-EA2D4E6FCA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7" r="10092"/>
          <a:stretch/>
        </p:blipFill>
        <p:spPr>
          <a:xfrm>
            <a:off x="1625600" y="3297343"/>
            <a:ext cx="5204177" cy="292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29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F207D0-A88E-4637-A36A-16A282E2A2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7" r="10092"/>
          <a:stretch/>
        </p:blipFill>
        <p:spPr>
          <a:xfrm>
            <a:off x="1625600" y="3297343"/>
            <a:ext cx="5204177" cy="292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7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544AD9-C039-4624-AEF2-DB2B544E0F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9" r="19907"/>
          <a:stretch/>
        </p:blipFill>
        <p:spPr>
          <a:xfrm>
            <a:off x="1648179" y="2958677"/>
            <a:ext cx="4684888" cy="332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29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FE5729-C0A9-4A8F-BB40-14047FB048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9" r="19907"/>
          <a:stretch/>
        </p:blipFill>
        <p:spPr>
          <a:xfrm>
            <a:off x="1648179" y="2958677"/>
            <a:ext cx="4684888" cy="332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010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2224CE-1C3F-4323-A826-E80D3D9EA2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9" r="19907"/>
          <a:stretch/>
        </p:blipFill>
        <p:spPr>
          <a:xfrm>
            <a:off x="1648179" y="2958677"/>
            <a:ext cx="4684888" cy="332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87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0215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F80039-77AF-476E-BD68-91D327B09D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9" r="19907"/>
          <a:stretch/>
        </p:blipFill>
        <p:spPr>
          <a:xfrm>
            <a:off x="1648179" y="2958677"/>
            <a:ext cx="4684888" cy="332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6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42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99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94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76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44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92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0626D0-BEBD-4398-8280-E18F46E0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7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69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037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1367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6310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95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3040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1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1221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073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0435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4034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050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324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6606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9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037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619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416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5613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3440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834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2878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102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389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2021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8571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E66F-8B89-457A-8550-7BCBDF2E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306BD-6174-4720-86A5-A87A4847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39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Widescreen</PresentationFormat>
  <Paragraphs>0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2024-11-09T05:52:07Z</dcterms:created>
  <dcterms:modified xsi:type="dcterms:W3CDTF">2024-11-09T06:31:10Z</dcterms:modified>
</cp:coreProperties>
</file>